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t>SQL to Redshift Converter -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371600" cy="731520"/>
          </a:xfrm>
          <a:prstGeom prst="roundRect">
            <a:avLst/>
          </a:prstGeom>
          <a:solidFill>
            <a:srgbClr val="646464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User</a:t>
            </a:r>
          </a:p>
          <a:p>
            <a:r>
              <a:t>Browser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1828800" cy="731520"/>
          </a:xfrm>
          <a:prstGeom prst="roundRect">
            <a:avLst/>
          </a:prstGeom>
          <a:solidFill>
            <a:srgbClr val="9933CC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CloudFront</a:t>
            </a:r>
          </a:p>
          <a:p>
            <a:r>
              <a:t>CDN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0" y="1737360"/>
            <a:ext cx="9144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1168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HTTPS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560320"/>
            <a:ext cx="1828800" cy="731520"/>
          </a:xfrm>
          <a:prstGeom prst="roundRect">
            <a:avLst/>
          </a:prstGeom>
          <a:solidFill>
            <a:srgbClr val="009900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S3 Bucket</a:t>
            </a:r>
          </a:p>
          <a:p>
            <a:r>
              <a:t>Frontend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210312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40480" y="2194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OAI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371600"/>
            <a:ext cx="1828800" cy="731520"/>
          </a:xfrm>
          <a:prstGeom prst="roundRect">
            <a:avLst/>
          </a:prstGeom>
          <a:solidFill>
            <a:srgbClr val="9933CC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API Gateway</a:t>
            </a:r>
          </a:p>
          <a:p>
            <a:r>
              <a:t>HTTP 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1737360"/>
            <a:ext cx="9144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API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560320"/>
            <a:ext cx="1828800" cy="731520"/>
          </a:xfrm>
          <a:prstGeom prst="roundRect">
            <a:avLst/>
          </a:prstGeom>
          <a:solidFill>
            <a:srgbClr val="FF6600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Lambda</a:t>
            </a:r>
          </a:p>
          <a:p>
            <a:r>
              <a:t>Python 3.11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210312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0" y="2194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Invoke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1828800" cy="731520"/>
          </a:xfrm>
          <a:prstGeom prst="roundRect">
            <a:avLst/>
          </a:prstGeom>
          <a:solidFill>
            <a:srgbClr val="9900CC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Amazon Bedrock</a:t>
            </a:r>
          </a:p>
          <a:p>
            <a:r>
              <a:t>Nova/Claude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315200" y="2103120"/>
            <a:ext cx="914400" cy="8229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79" y="2377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InvokeModel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560320"/>
            <a:ext cx="1828800" cy="731520"/>
          </a:xfrm>
          <a:prstGeom prst="roundRect">
            <a:avLst/>
          </a:prstGeom>
          <a:solidFill>
            <a:srgbClr val="3366CC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DynamoDB</a:t>
            </a:r>
          </a:p>
          <a:p>
            <a:r>
              <a:t>Feature Cache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0" y="2926080"/>
            <a:ext cx="91440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79" y="27432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Cache R/W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0" y="2103120"/>
            <a:ext cx="1371600" cy="914400"/>
          </a:xfrm>
          <a:prstGeom prst="roundRect">
            <a:avLst/>
          </a:prstGeom>
          <a:solidFill>
            <a:srgbClr val="C8C8C8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323232"/>
                </a:solidFill>
              </a:defRPr>
            </a:pPr>
            <a:r>
              <a:t>AWS Docs</a:t>
            </a:r>
          </a:p>
          <a:p>
            <a:r>
              <a:t>Redshift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315200" y="2560320"/>
            <a:ext cx="3200400" cy="36576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0" y="2651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464"/>
                </a:solidFill>
              </a:defRPr>
            </a:pPr>
            <a:r>
              <a:t>Fetch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Data Flow: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1. User accesses CloudFront URL (https://d2eg3sx9ta7if9.cloudfront.net)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2. CloudFront serves static HTML/JS from S3 (secured with OAI)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3. Browser sends SQL conversion request to API Gateway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4. API Gateway invokes Lambda function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5. Lambda calls Bedrock (Nova Pro/Claude) for AI-powered SQL conversion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6. Lambda caches/retrieves Redshift features from DynamoDB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7. Lambda fetches latest Redshift documentation when refreshing features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8. Converted SQL returned to user through API Gateway → CloudFront</a:t>
            </a:r>
          </a:p>
          <a:p>
            <a:pPr>
              <a:defRPr sz="1000">
                <a:solidFill>
                  <a:srgbClr val="323232"/>
                </a:solidFill>
              </a:defRPr>
            </a:pP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Key Features: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Serverless architecture (no EC2, fully managed)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Secure: S3 not public, CloudFront OAI, no authentication needed for demo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Cost-effective: Pay per use (~$0.20/month + Bedrock usage)</a:t>
            </a:r>
          </a:p>
          <a:p>
            <a:pPr>
              <a:defRPr sz="1000">
                <a:solidFill>
                  <a:srgbClr val="323232"/>
                </a:solidFill>
              </a:defRPr>
            </a:pPr>
            <a:r>
              <a:t>• Scalable: Auto-scales with Lambda and API Gateway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9900"/>
                </a:solidFill>
              </a:defRPr>
            </a:pPr>
            <a:r>
              <a:t>Frontend: https://d2eg3sx9ta7if9.cloudfront.net  |  API: https://5eq3avjsm4.execute-api.us-east-1.amazonaws.com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