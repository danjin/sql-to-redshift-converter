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32F3E"/>
                </a:solidFill>
              </a:defRPr>
            </a:pPr>
            <a:r>
              <a:t>AI-Powered SQL to Redshift Converter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9900"/>
                </a:solidFill>
              </a:defRPr>
            </a:pPr>
            <a:r>
              <a:t>Accelerating Data Warehouse Migration with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t>Migration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t>The Problem: Manual SQL Conversion is Painful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Time-Consuming Manual Work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Average: 2-5 hours per complex stored procedure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Enterprise migrations: 1,000+ stored procedures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Months of manual conversion work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High Error Rate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Syntax differences between databases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Function mapping errors (NVL vs COALESCE)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Data type mismatches (VARCHAR2 → VARCHAR)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Knowledge Gap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Teams need expertise in both source and Redshift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New Redshift features not utilized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Real Impact: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Migration projects delayed by 3-6 months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High consultant costs ($200-300/hour)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Post-migration bugs and performance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t>AWS SCT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t>Why Schema Conversion Tool Falls Short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Rule-Based Approach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Fixed conversion rules, no context awareness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Cannot handle complex business logic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Outdated Feature Support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❌ Doesn't leverage latest Redshift features: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- QUALIFY clause (added 2022)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- MERGE statement (added 2022)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- SUPER data type enhancements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Manual Intervention Required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30-40% of conversions need manual fixes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No learning from corrections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Cannot explain conversion decisions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**Bottom Line:** SCT is a starting point, not a complete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t>GenAI Solution - Our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t>AI-Powered SQL Converter: The Game Changer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Context-Aware Conversion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Understands intent, not just syntax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Handles complex nested queries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Preserves business logic accurately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Always Up-to-Date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Uses latest Redshift documentation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Auto-refreshes feature knowledge from AWS docs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Leverages newest capabilities (QUALIFY, MERGE, SUPER)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Multi-Database Support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Teradata, Oracle, MySQL, Snowflake, BigQuery, Clickhouse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Explainable AI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Shows what changed and why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Educational for teams learning Redshift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t>Why GenAI Excels at SQL Conversion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t>Integration Capabilities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Natural Language Understanding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Trained on millions of SQL examples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Understands semantic meaning, not just syntax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Multi-Modal Learning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Combines SQL syntax with documentation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Learns from AWS Redshift docs in real-time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Adapts to new features without retraining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Contextual Reasoning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Analyzes entire query structure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Maintains logical equivalence across conversions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Architecture Benefits: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✅ Serverless - No infrastructure to manage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✅ Scalable - Handles 1 or 10,000 queries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✅ Cost-Effective - ~$0.006 per conversion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t>How Teams Use the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t>Development Workflow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1. Discovery Phase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Identify SQL queries needing conversion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2. Conversion Phase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Paste source SQL into web interface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Select source database (Teradata, Oracle, etc.)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Choose AI model (Nova Pro / Claude Opus)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Click 'Convert to Redshift'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3. Review Phase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Review converted SQL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Read AI explanation of changes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Test on Redshift cluster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Integration Options: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Web UI: https://d2eg3sx9ta7if9.cloudfront.net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API: Integrate into CI/CD pipelines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t>Current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t>What the Tool Cannot Do (Yet)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Validation Against Live Redshift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❌ Doesn't execute SQL to verify correctness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⚠️ Mitigation: Always test on dev Redshift cluster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Performance Optimization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❌ Doesn't analyze query execution plans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⚠️ Mitigation: Use Redshift Query Advisor post-conversion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Complex Stored Procedures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⚠️ May struggle with 500+ line procedures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⚠️ Mitigation: Break into smaller functions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Custom UDFs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❌ Cannot convert proprietary user-defined functions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⚠️ Mitigation: Manual UDF rewrite or Python UDF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t>Making It Even Better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Q1 2026 (Immediate)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✅ Batch conversion UI (upload .sql files)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✅ Conversion history and favorites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✅ Syntax highlighting in editor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Q2 2026 (Near-term)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Redshift validation integration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Performance insights and recommendations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Enhanced stored procedure support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Q3 2026 (Advanced)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Learning from user feedback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Migration project management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Multi-file dependency analysis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Q4 2026 (Enterprise)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Custom model fine-tuning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Integration with AWS SCT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t>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t>Measuring Impact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Time Savings: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Manual conversion: 2-5 hours per procedure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AI conversion: 2-5 minutes per procedure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60-90% time reduction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Cost Savings: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Consultant rate: $250/hour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1,000 procedures × 3 hours = 3,000 hours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Savings: $750,000 per migration project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Quality Improvements: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Consistent conversion patterns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Leverages latest Redshift features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Fewer post-migration bugs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Knowledge Transfer: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Team learns Redshift through explanations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Reduces dependency on consultants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2F3E"/>
                </a:solidFill>
              </a:defRPr>
            </a:pPr>
            <a:r>
              <a:t>Get Started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 b="1">
                <a:solidFill>
                  <a:srgbClr val="FF9900"/>
                </a:solidFill>
              </a:defRPr>
            </a:pPr>
            <a:r>
              <a:t>Try It Now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Web UI: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https://d2eg3sx9ta7if9.cloudfront.net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Supported Databases: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Teradata, Oracle, MySQL, Snowflake, BigQuery, Clickhouse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AI Models Available: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Amazon Nova Pro (Fast, cost-effective)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Claude Haiku 4.5 (Balanced)</a:t>
            </a:r>
          </a:p>
          <a:p>
            <a:pPr lvl="1">
              <a:defRPr sz="1400">
                <a:solidFill>
                  <a:srgbClr val="646464"/>
                </a:solidFill>
              </a:defRPr>
            </a:pPr>
            <a:r>
              <a:t>  Claude Opus 4.5 (Highest accuracy)</a:t>
            </a:r>
          </a:p>
          <a:p>
            <a:pPr>
              <a:defRPr sz="1400">
                <a:solidFill>
                  <a:srgbClr val="646464"/>
                </a:solidFill>
              </a:defRPr>
            </a:pPr>
          </a:p>
          <a:p>
            <a:pPr>
              <a:spcBef>
                <a:spcPts val="800"/>
              </a:spcBef>
              <a:defRPr sz="1600" b="1">
                <a:solidFill>
                  <a:srgbClr val="232F3E"/>
                </a:solidFill>
              </a:defRPr>
            </a:pPr>
            <a:r>
              <a:t>• Next Steps: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1. Test with your SQL queries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2. Provide feedback for improvements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3. Integrate into your migration workflow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4. Share with your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